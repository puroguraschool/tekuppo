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FA2C98-10D8-46DD-A54A-242F74795EDE}" v="113" dt="2025-04-16T03:06:21.3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7" d="100"/>
          <a:sy n="47" d="100"/>
        </p:scale>
        <p:origin x="32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山田 雄翔" userId="f084630b0d069942" providerId="LiveId" clId="{38FA2C98-10D8-46DD-A54A-242F74795EDE}"/>
    <pc:docChg chg="custSel modSld modMainMaster">
      <pc:chgData name="山田 雄翔" userId="f084630b0d069942" providerId="LiveId" clId="{38FA2C98-10D8-46DD-A54A-242F74795EDE}" dt="2025-04-16T03:06:40.580" v="154" actId="207"/>
      <pc:docMkLst>
        <pc:docMk/>
      </pc:docMkLst>
      <pc:sldChg chg="addSp delSp modSp mod setBg">
        <pc:chgData name="山田 雄翔" userId="f084630b0d069942" providerId="LiveId" clId="{38FA2C98-10D8-46DD-A54A-242F74795EDE}" dt="2025-04-16T03:06:40.580" v="154" actId="207"/>
        <pc:sldMkLst>
          <pc:docMk/>
          <pc:sldMk cId="3984758891" sldId="256"/>
        </pc:sldMkLst>
        <pc:spChg chg="del">
          <ac:chgData name="山田 雄翔" userId="f084630b0d069942" providerId="LiveId" clId="{38FA2C98-10D8-46DD-A54A-242F74795EDE}" dt="2025-04-16T02:54:04.168" v="9" actId="478"/>
          <ac:spMkLst>
            <pc:docMk/>
            <pc:sldMk cId="3984758891" sldId="256"/>
            <ac:spMk id="4" creationId="{E35F2A8E-3531-AC7C-984E-60C8395FFE26}"/>
          </ac:spMkLst>
        </pc:spChg>
        <pc:spChg chg="del">
          <ac:chgData name="山田 雄翔" userId="f084630b0d069942" providerId="LiveId" clId="{38FA2C98-10D8-46DD-A54A-242F74795EDE}" dt="2025-04-16T02:54:04.168" v="9" actId="478"/>
          <ac:spMkLst>
            <pc:docMk/>
            <pc:sldMk cId="3984758891" sldId="256"/>
            <ac:spMk id="5" creationId="{F8C1B93A-BD98-5D38-C365-0111FE386140}"/>
          </ac:spMkLst>
        </pc:spChg>
        <pc:spChg chg="mod">
          <ac:chgData name="山田 雄翔" userId="f084630b0d069942" providerId="LiveId" clId="{38FA2C98-10D8-46DD-A54A-242F74795EDE}" dt="2025-04-16T03:06:40.580" v="154" actId="207"/>
          <ac:spMkLst>
            <pc:docMk/>
            <pc:sldMk cId="3984758891" sldId="256"/>
            <ac:spMk id="6" creationId="{5CDCF6C6-B155-CFBC-1500-C8BA2A96C182}"/>
          </ac:spMkLst>
        </pc:spChg>
        <pc:spChg chg="del mod">
          <ac:chgData name="山田 雄翔" userId="f084630b0d069942" providerId="LiveId" clId="{38FA2C98-10D8-46DD-A54A-242F74795EDE}" dt="2025-04-16T02:54:04.168" v="9" actId="478"/>
          <ac:spMkLst>
            <pc:docMk/>
            <pc:sldMk cId="3984758891" sldId="256"/>
            <ac:spMk id="7" creationId="{E3825989-BF87-AE37-A970-05C6EB6B9A71}"/>
          </ac:spMkLst>
        </pc:spChg>
        <pc:spChg chg="del">
          <ac:chgData name="山田 雄翔" userId="f084630b0d069942" providerId="LiveId" clId="{38FA2C98-10D8-46DD-A54A-242F74795EDE}" dt="2025-04-16T02:54:04.168" v="9" actId="478"/>
          <ac:spMkLst>
            <pc:docMk/>
            <pc:sldMk cId="3984758891" sldId="256"/>
            <ac:spMk id="8" creationId="{C1F261D7-2B47-9C91-D7D2-E8B0737367E1}"/>
          </ac:spMkLst>
        </pc:spChg>
        <pc:spChg chg="del mod">
          <ac:chgData name="山田 雄翔" userId="f084630b0d069942" providerId="LiveId" clId="{38FA2C98-10D8-46DD-A54A-242F74795EDE}" dt="2025-04-16T02:54:04.168" v="9" actId="478"/>
          <ac:spMkLst>
            <pc:docMk/>
            <pc:sldMk cId="3984758891" sldId="256"/>
            <ac:spMk id="9" creationId="{50B21A87-F9CA-3352-CE11-B98DB1CD96A8}"/>
          </ac:spMkLst>
        </pc:spChg>
        <pc:picChg chg="add del mod">
          <ac:chgData name="山田 雄翔" userId="f084630b0d069942" providerId="LiveId" clId="{38FA2C98-10D8-46DD-A54A-242F74795EDE}" dt="2025-04-16T02:54:35.487" v="20" actId="478"/>
          <ac:picMkLst>
            <pc:docMk/>
            <pc:sldMk cId="3984758891" sldId="256"/>
            <ac:picMk id="3" creationId="{0D9D164B-873B-7EC0-278A-51D5BEDADD8F}"/>
          </ac:picMkLst>
        </pc:picChg>
      </pc:sldChg>
      <pc:sldMasterChg chg="setBg modSldLayout">
        <pc:chgData name="山田 雄翔" userId="f084630b0d069942" providerId="LiveId" clId="{38FA2C98-10D8-46DD-A54A-242F74795EDE}" dt="2025-04-16T03:00:52.445" v="42"/>
        <pc:sldMasterMkLst>
          <pc:docMk/>
          <pc:sldMasterMk cId="279057529" sldId="2147483648"/>
        </pc:sldMasterMkLst>
        <pc:sldLayoutChg chg="setBg">
          <pc:chgData name="山田 雄翔" userId="f084630b0d069942" providerId="LiveId" clId="{38FA2C98-10D8-46DD-A54A-242F74795EDE}" dt="2025-04-16T03:00:52.445" v="42"/>
          <pc:sldLayoutMkLst>
            <pc:docMk/>
            <pc:sldMasterMk cId="279057529" sldId="2147483648"/>
            <pc:sldLayoutMk cId="3214204988" sldId="2147483649"/>
          </pc:sldLayoutMkLst>
        </pc:sldLayoutChg>
        <pc:sldLayoutChg chg="setBg">
          <pc:chgData name="山田 雄翔" userId="f084630b0d069942" providerId="LiveId" clId="{38FA2C98-10D8-46DD-A54A-242F74795EDE}" dt="2025-04-16T03:00:52.445" v="42"/>
          <pc:sldLayoutMkLst>
            <pc:docMk/>
            <pc:sldMasterMk cId="279057529" sldId="2147483648"/>
            <pc:sldLayoutMk cId="2401366071" sldId="2147483650"/>
          </pc:sldLayoutMkLst>
        </pc:sldLayoutChg>
        <pc:sldLayoutChg chg="setBg">
          <pc:chgData name="山田 雄翔" userId="f084630b0d069942" providerId="LiveId" clId="{38FA2C98-10D8-46DD-A54A-242F74795EDE}" dt="2025-04-16T03:00:52.445" v="42"/>
          <pc:sldLayoutMkLst>
            <pc:docMk/>
            <pc:sldMasterMk cId="279057529" sldId="2147483648"/>
            <pc:sldLayoutMk cId="726187228" sldId="2147483651"/>
          </pc:sldLayoutMkLst>
        </pc:sldLayoutChg>
        <pc:sldLayoutChg chg="setBg">
          <pc:chgData name="山田 雄翔" userId="f084630b0d069942" providerId="LiveId" clId="{38FA2C98-10D8-46DD-A54A-242F74795EDE}" dt="2025-04-16T03:00:52.445" v="42"/>
          <pc:sldLayoutMkLst>
            <pc:docMk/>
            <pc:sldMasterMk cId="279057529" sldId="2147483648"/>
            <pc:sldLayoutMk cId="3314635330" sldId="2147483652"/>
          </pc:sldLayoutMkLst>
        </pc:sldLayoutChg>
        <pc:sldLayoutChg chg="setBg">
          <pc:chgData name="山田 雄翔" userId="f084630b0d069942" providerId="LiveId" clId="{38FA2C98-10D8-46DD-A54A-242F74795EDE}" dt="2025-04-16T03:00:52.445" v="42"/>
          <pc:sldLayoutMkLst>
            <pc:docMk/>
            <pc:sldMasterMk cId="279057529" sldId="2147483648"/>
            <pc:sldLayoutMk cId="3405410776" sldId="2147483653"/>
          </pc:sldLayoutMkLst>
        </pc:sldLayoutChg>
        <pc:sldLayoutChg chg="setBg">
          <pc:chgData name="山田 雄翔" userId="f084630b0d069942" providerId="LiveId" clId="{38FA2C98-10D8-46DD-A54A-242F74795EDE}" dt="2025-04-16T03:00:52.445" v="42"/>
          <pc:sldLayoutMkLst>
            <pc:docMk/>
            <pc:sldMasterMk cId="279057529" sldId="2147483648"/>
            <pc:sldLayoutMk cId="3085815873" sldId="2147483654"/>
          </pc:sldLayoutMkLst>
        </pc:sldLayoutChg>
        <pc:sldLayoutChg chg="setBg">
          <pc:chgData name="山田 雄翔" userId="f084630b0d069942" providerId="LiveId" clId="{38FA2C98-10D8-46DD-A54A-242F74795EDE}" dt="2025-04-16T03:00:52.445" v="42"/>
          <pc:sldLayoutMkLst>
            <pc:docMk/>
            <pc:sldMasterMk cId="279057529" sldId="2147483648"/>
            <pc:sldLayoutMk cId="1986376937" sldId="2147483655"/>
          </pc:sldLayoutMkLst>
        </pc:sldLayoutChg>
        <pc:sldLayoutChg chg="setBg">
          <pc:chgData name="山田 雄翔" userId="f084630b0d069942" providerId="LiveId" clId="{38FA2C98-10D8-46DD-A54A-242F74795EDE}" dt="2025-04-16T03:00:52.445" v="42"/>
          <pc:sldLayoutMkLst>
            <pc:docMk/>
            <pc:sldMasterMk cId="279057529" sldId="2147483648"/>
            <pc:sldLayoutMk cId="1512467707" sldId="2147483656"/>
          </pc:sldLayoutMkLst>
        </pc:sldLayoutChg>
        <pc:sldLayoutChg chg="setBg">
          <pc:chgData name="山田 雄翔" userId="f084630b0d069942" providerId="LiveId" clId="{38FA2C98-10D8-46DD-A54A-242F74795EDE}" dt="2025-04-16T03:00:52.445" v="42"/>
          <pc:sldLayoutMkLst>
            <pc:docMk/>
            <pc:sldMasterMk cId="279057529" sldId="2147483648"/>
            <pc:sldLayoutMk cId="393585087" sldId="2147483657"/>
          </pc:sldLayoutMkLst>
        </pc:sldLayoutChg>
        <pc:sldLayoutChg chg="setBg">
          <pc:chgData name="山田 雄翔" userId="f084630b0d069942" providerId="LiveId" clId="{38FA2C98-10D8-46DD-A54A-242F74795EDE}" dt="2025-04-16T03:00:52.445" v="42"/>
          <pc:sldLayoutMkLst>
            <pc:docMk/>
            <pc:sldMasterMk cId="279057529" sldId="2147483648"/>
            <pc:sldLayoutMk cId="3698024922" sldId="2147483658"/>
          </pc:sldLayoutMkLst>
        </pc:sldLayoutChg>
        <pc:sldLayoutChg chg="setBg">
          <pc:chgData name="山田 雄翔" userId="f084630b0d069942" providerId="LiveId" clId="{38FA2C98-10D8-46DD-A54A-242F74795EDE}" dt="2025-04-16T03:00:52.445" v="42"/>
          <pc:sldLayoutMkLst>
            <pc:docMk/>
            <pc:sldMasterMk cId="279057529" sldId="2147483648"/>
            <pc:sldLayoutMk cId="61735639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EAA51B-F40E-275A-B10B-23123D3BF6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CE72F0A-A701-D44A-EB1E-B350501A2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8AB89D-ACC7-0078-7AA3-47FD5497D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97765-2F71-478F-91B0-CF4C81F7E8F7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02D9535-AAF7-2422-E092-4D695E442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6E2344-D190-4F56-0AB6-3C77B1B11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98EF8-2C88-41D5-AFBD-5265DA1B10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4204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A596F4-038B-160E-B2CB-183E69421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31F987F-D60F-E2A0-1FAD-7503CC0E8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FC39F6-9400-8EBE-1BC5-393A834AB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97765-2F71-478F-91B0-CF4C81F7E8F7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BBD408-76D2-F2D9-51A3-58D422AE0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6142C6-E28B-C63E-91DC-66856049B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98EF8-2C88-41D5-AFBD-5265DA1B10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1366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6F7FDD-805B-0AEA-C9A7-82CE61D3A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95AC9DE-C6B5-0CAD-8A83-C80D856E2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75D439-134B-420D-86D3-244680AC2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97765-2F71-478F-91B0-CF4C81F7E8F7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3802A2-7FD7-F51F-099A-CCD59D4A2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E255A34-9C9B-EDA2-4013-283B4CA7C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98EF8-2C88-41D5-AFBD-5265DA1B10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6187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A8F881-F22D-972A-304F-06392856F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FDD44E6-454E-AB76-EF24-FB931AE271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0291400-0732-570C-C496-BECF182080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546CE00-FE66-C8B0-956D-ACA2022FE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97765-2F71-478F-91B0-CF4C81F7E8F7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B719152-21B4-0ED0-C434-EB1B6AACE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DDB9D34-E4CE-5F35-5E48-22AF81621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98EF8-2C88-41D5-AFBD-5265DA1B10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4635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27E462-A343-08A8-19F9-3348D0F09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6256239-9167-E9AA-3853-47048AD7A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9E3C654-53B3-CEFF-AFFA-A0F2257DF3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1952F96-DAA8-FD97-8521-9D55D967C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A04BFFF-C75D-3848-3CDD-4A08DF2A67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171F623-4933-0952-F367-9D78BBBB4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97765-2F71-478F-91B0-CF4C81F7E8F7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5B82B47-F500-C59C-BFBC-B0ED6C303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1C9C757-CF1C-60D3-590A-FD016A2C9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98EF8-2C88-41D5-AFBD-5265DA1B10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5410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8406B3-06AF-55EE-41A0-F7CF6319D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0B2D9C7-7570-1FD9-793D-7FDF862CD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97765-2F71-478F-91B0-CF4C81F7E8F7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DEECA87-B060-A3E6-1950-745ED4586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CA284EA-9333-AC77-065F-971684CB4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98EF8-2C88-41D5-AFBD-5265DA1B10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5815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A0BA7C9-F751-B1F5-0E67-BAFB3E390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97765-2F71-478F-91B0-CF4C81F7E8F7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FC1ADA6-224D-B6FA-9D28-D8A7CBEAF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AE77F5E-2B0E-F643-BC7A-06808B974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98EF8-2C88-41D5-AFBD-5265DA1B10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6376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565DF5-7C07-CC68-EA5F-EDCF2AEF9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56FD039-098A-2529-07C8-4F0E12397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6FEF8C2-C915-3237-09F7-D0A2BB7AAC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99FABEB-4E0C-B8F8-9C15-0543E78DF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97765-2F71-478F-91B0-CF4C81F7E8F7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6124FA6-2916-FA42-EDD3-5FBE3AB2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5460BF8-8317-B48D-07AD-014D2CAFF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98EF8-2C88-41D5-AFBD-5265DA1B10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2467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99F972-1C84-A127-4C3F-90F37BA9A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9B4D3D6-C2F4-F454-93C4-273365A194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E90F0AF-719F-878F-B7CA-A968714CDC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F5EFE26-4268-5DC3-AD30-F7C17F7AE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97765-2F71-478F-91B0-CF4C81F7E8F7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62B2DF3-BC55-67F2-49FE-61500206A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390DD6-3CEE-9385-B527-510D82131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98EF8-2C88-41D5-AFBD-5265DA1B10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585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8AEDB5-F9BA-E92A-AD07-8786BAFAA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56C756E-32BD-DE03-3941-7B6C906C23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CEA171-28D2-64FA-B21E-2E53D2383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97765-2F71-478F-91B0-CF4C81F7E8F7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C9F776-A4FF-FB61-E891-AAC9AB52D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C834FC-52C9-EF50-CC36-A42FB223E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98EF8-2C88-41D5-AFBD-5265DA1B10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8024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71F5800-0877-FD64-6BEC-7B8E1A5FA1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437EFA4-02F1-DFA5-30B7-504DE24C10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9F86164-4524-8190-0BA5-FDC3A4DBC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97765-2F71-478F-91B0-CF4C81F7E8F7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D902E9-4D25-01E9-E24A-9AEEC72F8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298E15-0E3E-4B77-ED9D-F3ED1927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98EF8-2C88-41D5-AFBD-5265DA1B10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735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955E09B-E4E8-2376-FBBC-4C27F27F4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B58506-F441-BA1B-1307-799D11C4A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41D6CD-6DA6-DCA4-626B-507C1A5EC5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497765-2F71-478F-91B0-CF4C81F7E8F7}" type="datetimeFigureOut">
              <a:rPr kumimoji="1" lang="ja-JP" altLang="en-US" smtClean="0"/>
              <a:t>2025/4/16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F4EA96-5447-B2C7-0149-4BEB976DEE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4C128B-E688-03F5-CE2C-329620E772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698EF8-2C88-41D5-AFBD-5265DA1B10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057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CDCF6C6-B155-CFBC-1500-C8BA2A96C182}"/>
              </a:ext>
            </a:extLst>
          </p:cNvPr>
          <p:cNvSpPr txBox="1"/>
          <p:nvPr/>
        </p:nvSpPr>
        <p:spPr>
          <a:xfrm>
            <a:off x="1333500" y="2642716"/>
            <a:ext cx="9524999" cy="1200329"/>
          </a:xfrm>
          <a:prstGeom prst="rect">
            <a:avLst/>
          </a:prstGeom>
          <a:solidFill>
            <a:schemeClr val="bg2">
              <a:lumMod val="25000"/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7200" dirty="0">
                <a:latin typeface="Work Sans ExtraBold" pitchFamily="2" charset="0"/>
              </a:rPr>
              <a:t>TEKUPPO</a:t>
            </a:r>
            <a:r>
              <a:rPr kumimoji="1" lang="ja-JP" altLang="en-US" sz="7200" dirty="0">
                <a:latin typeface="Work Sans ExtraBold" pitchFamily="2" charset="0"/>
              </a:rPr>
              <a:t>　</a:t>
            </a:r>
            <a:r>
              <a:rPr kumimoji="1" lang="en-US" altLang="ja-JP" sz="7200" dirty="0">
                <a:latin typeface="Work Sans ExtraBold" pitchFamily="2" charset="0"/>
              </a:rPr>
              <a:t>SCHOOL</a:t>
            </a:r>
            <a:endParaRPr kumimoji="1" lang="ja-JP" altLang="en-US" sz="7200" dirty="0">
              <a:latin typeface="Work Sans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4758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 Light</vt:lpstr>
      <vt:lpstr>Arial</vt:lpstr>
      <vt:lpstr>Work Sans ExtraBold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山田 雄翔</dc:creator>
  <cp:lastModifiedBy>山田 雄翔</cp:lastModifiedBy>
  <cp:revision>1</cp:revision>
  <dcterms:created xsi:type="dcterms:W3CDTF">2025-04-16T02:45:07Z</dcterms:created>
  <dcterms:modified xsi:type="dcterms:W3CDTF">2025-04-16T03:06:44Z</dcterms:modified>
</cp:coreProperties>
</file>